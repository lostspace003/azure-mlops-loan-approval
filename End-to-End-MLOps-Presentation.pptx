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MLOps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Azure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Machine Learning + Azure DevOps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Loan Approval Classification  |  SDK v2  |  scikit-learn  |  MLflow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164592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Lab Guide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MLOps?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1430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(Machine Learning Operations) is a set of practices that combines Machine Learning, DevOps, and Data Engineering to deploy and maintain ML models in production reliably and efficiently.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60604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743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377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606040"/>
            <a:ext cx="731520" cy="731520"/>
          </a:xfrm>
          <a:prstGeom prst="ellipse">
            <a:avLst/>
          </a:prstGeom>
          <a:solidFill>
            <a:srgbClr val="7B1FA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743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5760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377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78040" y="260604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743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9224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quality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 vs Traditional ML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ad-hoc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CI/CD pipelines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or manual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drift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 works on my machine"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Versioned data, code,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when accuracy drops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Auto-triggered on drift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scientist silos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Cross-team DevOps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model, single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endpoints, auto-scale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3200" dirty="0"/>
          </a:p>
        </p:txBody>
      </p:sp>
      <p:pic>
        <p:nvPicPr>
          <p:cNvPr id="3" name="Image 0" descr="/home/claude/mlops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Infrastructure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527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38988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container that holds related Azure resources. All resources in this lab live in rg-mlops-loan-approval for easy management and cleanup.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993392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30552"/>
            <a:ext cx="594360" cy="59436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40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0665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Workspace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17320" y="23774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hub for Azure Machine Learning. It auto-creates a Storage Account (for data), Key Vault (for secrets), Container Registry (for Docker images), and Application Insights (for monitoring).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980944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118104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2783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17320" y="336499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relational database storing our 1,000-row loan application dataset. We use SQL Admin authentication and firewall rules to control access.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68496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4105656"/>
            <a:ext cx="594360" cy="594360"/>
          </a:xfrm>
          <a:prstGeom prst="ellipse">
            <a:avLst/>
          </a:prstGeom>
          <a:solidFill>
            <a:srgbClr val="7B1FA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21538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17320" y="4352544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store for secrets, keys, and certificates. We store the SQL password here so it never appears in code. Requires RBAC role assignment (Key Vault Secrets Officer).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Data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82296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rows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143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1005840"/>
            <a:ext cx="1920240" cy="822960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pyodbc + pandas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 CSV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1143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1920240" cy="822960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Datastore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1143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78040" y="1005840"/>
            <a:ext cx="1920240" cy="8229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Asset v1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URI_FILE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103120"/>
            <a:ext cx="64008" cy="8229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148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450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pointer to where your data lives (Blob Storage, Files, ADLS). SDK v2 does NOT support Azure SQL as a datastore — so we extract to CSV first.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63240"/>
            <a:ext cx="64008" cy="8229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108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4107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reference to a specific dataset. Think of it as a Git tag for data. Version 1 = the original 1000 rows. If data changes, you create Version 2.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23360"/>
            <a:ext cx="64008" cy="8229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069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URI_FILE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3708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type for a single file (our CSV). Other types include URI_FOLDER (directory of files) and MLTABLE (schema-defined tabular data).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the Loan Data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&gt; 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positive predictor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600-700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positive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&gt; 75K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income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Debt-to-Income &lt; 0.35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health indicator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 &gt; 3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signal (~90% get this)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Loan/Income ratio &lt;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Affordability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Default =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Biggest negative predictor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017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4+ points = Approved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14173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~58% approval rate with realistic feature correlations. The model should learn that CreditScore + Income + PreviousDefault are the top predictors.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3017520"/>
            <a:ext cx="3017520" cy="15544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balanced data matters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34290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58/42 split (approved/denied) ensures the model learns meaningful patterns instead of just predicting the majority class. If 99% were approved, the model could achieve 99% accuracy by always saying "yes" — useless in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Training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09728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encoding, stratified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(80/20)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10058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548640" cy="54864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(scikit-learn)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097280"/>
            <a:ext cx="548640" cy="5486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3776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AUC-ROC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gate: 75%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6656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10058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0" y="10972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3232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+ tagged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651760"/>
            <a:ext cx="64008" cy="7132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26791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29535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ML algorithm that builds many decision trees sequentially, each correcting errors of the previous one. Handles mixed features without scaling, provides feature importance, and is robust to outliers.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456432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456432"/>
            <a:ext cx="64008" cy="7132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4838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3758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platform for tracking experiments. Logs hyperparameters (n_estimators, learning_rate), metrics (accuracy, AUC), and saves model artifacts. mlflow.autolog() captures everything with one line.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26110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261104"/>
            <a:ext cx="64008" cy="7132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2885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45628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storage for trained models. Each registration creates v1, v2, v3... with tags (accuracy, framework). Enables traceability, rollback, and audit — critical for BFSI regulatory compliance.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 — What Each One Tells You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7132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058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~85%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8308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1307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 / total. Easy to understand but misleading if data is imbalanced.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64792"/>
            <a:ext cx="64008" cy="7132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1051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~82%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83080" y="211226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loans predicted 'Approved', how many were truly approved? High precision = fewer false approvals (controls risk).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9464"/>
            <a:ext cx="64008" cy="7132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15184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~88%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83080" y="2615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291693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actually approved loans, how many did the model find? High recall = fewer missed good customers (revenue).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4136"/>
            <a:ext cx="64008" cy="71323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19856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83080" y="3419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83080" y="37216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Recall. Balances both. In BFSI, this is often the primary metric.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7880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78808"/>
            <a:ext cx="64008" cy="7132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245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~0.92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783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83080" y="45262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ability to distinguish approved vs denied across all thresholds. 0.5 = random, 1.0 = perfect. &gt;0.85 is good for lending.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4: Model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94360" cy="594360"/>
          </a:xfrm>
          <a:prstGeom prst="ellipse">
            <a:avLst/>
          </a:prstGeom>
          <a:solidFill>
            <a:srgbClr val="7B1FA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070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Online Endpoint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30759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HTTPS URL that accepts JSON and returns real-time predictions. Azure handles compute, scaling, and networking. You only define the model and instance type.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03120"/>
            <a:ext cx="594360" cy="59436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128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No-Code Deployment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17320" y="23134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our model is MLFLOW_MODEL type, Azure auto-handles inference. No score.py needed, no custom environment. The MLflow serving layer loads scikit-learn models automatically.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1868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Deployment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17320" y="33192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versions run simultaneously. 'Blue' is production, 'Green' is the new version. Traffic shifts to Green only after smoke tests pass. Enables zero-downtime and instant rollback.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4114800"/>
            <a:ext cx="594360" cy="594360"/>
          </a:xfrm>
          <a:prstGeom prst="ellipse">
            <a:avLst/>
          </a:prstGeom>
          <a:solidFill>
            <a:srgbClr val="0083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22452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17320" y="432511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after deployment. Sends a sample loan application to the Green endpoint and asserts the response format is correct (prediction must be 0 or 1). Prevents broken models from reaching production.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5: CI/CD with Azure DevOps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Continuous Integration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Git push triggers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Lint code with flake8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 unit tests with pytest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Submit AML training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Validate model accuracy &gt; 75%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Register model if passed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Continuous Deployment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CI completes → triggers CD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Deploy new model as 'Green'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 smoke tests on Green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Shift 100% traffic to Green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Delete old Blue 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Zero-downtime achieved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6: Monitoring &amp; Drift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8686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Drift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distributions change. Example: Average credit scores in applications drop from 700 to 620 due to economic downturn. Model hasn't seen this pattern.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47672"/>
            <a:ext cx="64008" cy="8686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93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Drift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rate itself changes. Example: Bank tightens lending policy from 60% to 30% approval. The model's training data no longer reflects reality.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35224"/>
            <a:ext cx="64008" cy="868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809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30098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features and outcome changes. Example: Income used to be a strong predictor, but a new regulation makes employment history more important.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22776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22776"/>
            <a:ext cx="64008" cy="8686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684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Distance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28853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measure of how different two data distributions are. We set threshold at 0.3 — if drift exceeds this, the monitoring alert fires and triggers retraining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Self-Healing MLOps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143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serves predictions in production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554480"/>
            <a:ext cx="0" cy="73152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2763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167335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Monitor compares incoming data vs training data (daily)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2084832"/>
            <a:ext cx="0" cy="73152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57984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220370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drift &gt; 0.3 threshold → alert fires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2615184"/>
            <a:ext cx="0" cy="73152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688336"/>
            <a:ext cx="457200" cy="45720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273405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retrain_trigger.py calls Azure DevOps REST API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51560" y="3145536"/>
            <a:ext cx="0" cy="73152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218688"/>
            <a:ext cx="457200" cy="457200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26440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retrains model on fresh data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3675888"/>
            <a:ext cx="0" cy="73152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08760" y="3794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pipeline deploys via blue-green (zero downtime)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51560" y="4206240"/>
            <a:ext cx="0" cy="73152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2793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43251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serves predictions → loop continues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an automated, self-healing ML system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Framework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(GradientBoostingClassifier)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904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490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+ Azure ML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9293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9293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azure-ai-ml v2 (Python)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682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3682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DB → Blob Storage (CSV)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8072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8072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Online Endpoints (no-code MLflow)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YAML Pipelines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685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6850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Data Drift Monitor (Wasserstein)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1239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1239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(RBAC), Service Principal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5628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45628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Sweden Central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MLOps on Azure</dc:title>
  <dc:subject>PptxGenJS Presentation</dc:subject>
  <dc:creator>PptxGenJS</dc:creator>
  <cp:lastModifiedBy>PptxGenJS</cp:lastModifiedBy>
  <cp:revision>1</cp:revision>
  <dcterms:created xsi:type="dcterms:W3CDTF">2026-03-14T13:59:45Z</dcterms:created>
  <dcterms:modified xsi:type="dcterms:W3CDTF">2026-03-14T13:59:45Z</dcterms:modified>
</cp:coreProperties>
</file>